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测试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u</a:t>
            </a:r>
            <a:r>
              <a:rPr lang="zh-CN" altLang="en-US"/>
              <a:t>好噶是噶比四</a:t>
            </a:r>
            <a:r>
              <a:rPr lang="en-US" altLang="zh-CN"/>
              <a:t>u</a:t>
            </a:r>
            <a:r>
              <a:rPr lang="zh-CN" altLang="en-US"/>
              <a:t>发</a:t>
            </a:r>
            <a:r>
              <a:rPr lang="en-US" altLang="zh-CN"/>
              <a:t>hi</a:t>
            </a:r>
            <a:r>
              <a:rPr lang="zh-CN" altLang="en-US"/>
              <a:t>送给你</a:t>
            </a:r>
            <a:r>
              <a:rPr lang="en-US" altLang="zh-CN"/>
              <a:t>v</a:t>
            </a:r>
            <a:r>
              <a:rPr lang="zh-CN" altLang="en-US"/>
              <a:t>都感觉比赛</a:t>
            </a:r>
            <a:r>
              <a:rPr lang="en-US" altLang="zh-CN"/>
              <a:t>v</a:t>
            </a:r>
            <a:r>
              <a:rPr lang="zh-CN" altLang="en-US"/>
              <a:t>欧式的货币的少囧金发少女手动工具欧神诺</a:t>
            </a:r>
            <a:r>
              <a:rPr lang="en-US" altLang="zh-CN"/>
              <a:t>v</a:t>
            </a:r>
            <a:r>
              <a:rPr lang="zh-CN" altLang="en-US"/>
              <a:t>当局三个阿婆分明是的保守派的客观方面申报品名给事多年</a:t>
            </a:r>
            <a:r>
              <a:rPr lang="en-US" altLang="zh-CN"/>
              <a:t>VS</a:t>
            </a:r>
            <a:r>
              <a:rPr lang="zh-CN" altLang="en-US"/>
              <a:t>你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测试2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微夜沉光</cp:lastModifiedBy>
  <cp:revision>158</cp:revision>
  <dcterms:created xsi:type="dcterms:W3CDTF">2019-06-19T02:08:00Z</dcterms:created>
  <dcterms:modified xsi:type="dcterms:W3CDTF">2025-09-28T05:51:01Z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17D55056CD424BDEA55E526019902025_11</vt:lpwstr>
  </property>
</Properties>
</file>